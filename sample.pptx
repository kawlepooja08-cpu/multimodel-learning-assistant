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65" r:id="rId4"/>
    <p:sldId id="258" r:id="rId5"/>
    <p:sldId id="260" r:id="rId6"/>
    <p:sldId id="264" r:id="rId7"/>
    <p:sldId id="269" r:id="rId8"/>
    <p:sldId id="259" r:id="rId9"/>
    <p:sldId id="262" r:id="rId10"/>
    <p:sldId id="268" r:id="rId11"/>
    <p:sldId id="266" r:id="rId12"/>
    <p:sldId id="267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19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26" autoAdjust="0"/>
    <p:restoredTop sz="94660"/>
  </p:normalViewPr>
  <p:slideViewPr>
    <p:cSldViewPr snapToGrid="0">
      <p:cViewPr varScale="1">
        <p:scale>
          <a:sx n="82" d="100"/>
          <a:sy n="82" d="100"/>
        </p:scale>
        <p:origin x="11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25925-2B79-5B66-E487-B3DBA88BA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580" y="494524"/>
            <a:ext cx="9689873" cy="60649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VITAMIN C (Ascorbic Acid)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278F4-13BC-F2D3-6EFF-CB73CE9878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4783" y="1380931"/>
            <a:ext cx="9013372" cy="5141167"/>
          </a:xfrm>
        </p:spPr>
        <p:txBody>
          <a:bodyPr>
            <a:normAutofit lnSpcReduction="10000"/>
          </a:bodyPr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                                                                                 Guided by-</a:t>
            </a:r>
          </a:p>
          <a:p>
            <a:r>
              <a:rPr lang="en-IN" b="1" dirty="0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Payal T. </a:t>
            </a:r>
            <a:r>
              <a:rPr lang="en-IN" b="1" dirty="0" err="1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Kawle</a:t>
            </a:r>
            <a:r>
              <a:rPr lang="en-IN" b="1" dirty="0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Mrs. Sujata V. Wankhede     </a:t>
            </a:r>
          </a:p>
          <a:p>
            <a:r>
              <a:rPr lang="en-IN" b="1" dirty="0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b="1" dirty="0" err="1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B.Pharm</a:t>
            </a:r>
            <a:r>
              <a:rPr lang="en-IN" b="1" dirty="0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final year)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39F2E-FB89-FA9C-A187-5EC295FBE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903" y="1614196"/>
            <a:ext cx="2705877" cy="218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704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A522-8FDA-8471-62F3-0B86B812C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527" y="680093"/>
            <a:ext cx="9881085" cy="1280890"/>
          </a:xfrm>
        </p:spPr>
        <p:txBody>
          <a:bodyPr>
            <a:normAutofit/>
          </a:bodyPr>
          <a:lstStyle/>
          <a:p>
            <a:pPr algn="ctr"/>
            <a:r>
              <a:rPr lang="en-IN" sz="7200" dirty="0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7FAA284-5511-C271-3CBA-74C50705F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9184" y="2133599"/>
            <a:ext cx="8360227" cy="4220547"/>
          </a:xfrm>
        </p:spPr>
      </p:pic>
    </p:spTree>
    <p:extLst>
      <p:ext uri="{BB962C8B-B14F-4D97-AF65-F5344CB8AC3E}">
        <p14:creationId xmlns:p14="http://schemas.microsoft.com/office/powerpoint/2010/main" val="3428531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4D49D-0226-8591-5A58-45F8F6E46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479" y="624110"/>
            <a:ext cx="9713134" cy="1280890"/>
          </a:xfrm>
        </p:spPr>
        <p:txBody>
          <a:bodyPr/>
          <a:lstStyle/>
          <a:p>
            <a:r>
              <a:rPr lang="en-IN" b="1" dirty="0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B79C1-828D-2846-594E-5D0C03C9A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478" y="1604865"/>
            <a:ext cx="9713134" cy="4306357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vitamin C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of vitamin C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Symptoms and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 effects of Ascorbic acid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25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6DC16-C617-CCEB-F328-C5D09199F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229" y="624110"/>
            <a:ext cx="10002383" cy="663514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54566-15EF-778E-E3CD-DAF73E5B7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181" y="1540188"/>
            <a:ext cx="9666514" cy="5317812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IN" sz="1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Viatmin</a:t>
            </a:r>
            <a:r>
              <a:rPr lang="en-I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C, also known as ascorbic acid and L- ascorbic acid, is a vitamin found in food and used as a dietary supplement. </a:t>
            </a:r>
          </a:p>
          <a:p>
            <a:pPr algn="just"/>
            <a:r>
              <a:rPr lang="en-I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discovered in 1912, isolated in 1928, and first made in 1933.</a:t>
            </a:r>
          </a:p>
          <a:p>
            <a:pPr algn="just"/>
            <a:r>
              <a:rPr lang="en-I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water- soluble vitamin. </a:t>
            </a:r>
          </a:p>
          <a:p>
            <a:pPr algn="just"/>
            <a:r>
              <a:rPr lang="en-I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as a white or slightly yellow crystal or powder with a slight acidic taste.</a:t>
            </a:r>
          </a:p>
          <a:p>
            <a:pPr algn="just"/>
            <a:r>
              <a:rPr lang="en-I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exposure to light, it gradually darkens.</a:t>
            </a:r>
          </a:p>
          <a:p>
            <a:pPr algn="just"/>
            <a:r>
              <a:rPr lang="en-I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dry state, it is reasonably stable in air, but in solution it rapidly oxidizes.</a:t>
            </a:r>
          </a:p>
          <a:p>
            <a:pPr algn="just"/>
            <a:r>
              <a:rPr lang="en-I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Ascorbic acid (</a:t>
            </a:r>
            <a:r>
              <a:rPr lang="en-IN" sz="1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viamins</a:t>
            </a:r>
            <a:r>
              <a:rPr lang="en-I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 is freely soluble in water, sparingly soluble in alcohol; Insoluble in chloroform, in ether, and in benzene. </a:t>
            </a:r>
          </a:p>
          <a:p>
            <a:pPr marL="0" indent="0">
              <a:buNone/>
            </a:pPr>
            <a:r>
              <a:rPr lang="en-I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IN" sz="51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2373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4435E-01B6-9EB0-8BF6-18FA87661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35" y="652102"/>
            <a:ext cx="9909077" cy="71016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06D3D-4748-26D8-30FD-381F10B94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510" y="1660848"/>
            <a:ext cx="10189029" cy="4954556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Name:-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Ascorbic Acid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formula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:-C</a:t>
            </a:r>
            <a:r>
              <a:rPr lang="en-I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common names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:-Ascorbic acid or Ascorbate Or Hexuronic acid Or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Cevitamic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acid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Appearance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:-White to slightly yellowish crystalline powder, practically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oderless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a strong acidic taste.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Melting Point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:-About 190℃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Boiling Point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:-553℃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Solubility in water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:-330g/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L;Dissolves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well in water to give mildly acidic solution.</a:t>
            </a:r>
          </a:p>
          <a:p>
            <a:endParaRPr lang="en-IN" b="1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37796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74B5E7C-10A5-B02D-E788-3BECF5135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8555" y="5095094"/>
            <a:ext cx="8915399" cy="1126283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Ascorbic acid (L-ascorbic acid &amp; D-</a:t>
            </a:r>
            <a:r>
              <a:rPr lang="en-IN" sz="2800" dirty="0" err="1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isoascorbic</a:t>
            </a:r>
            <a:r>
              <a:rPr lang="en-IN" sz="2800" dirty="0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acid)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6A7C14-CE54-059B-9DA2-D109523FE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143" y="636623"/>
            <a:ext cx="8210939" cy="400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303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30173-D77B-A606-AACA-BF2C42AA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519" y="624110"/>
            <a:ext cx="9853094" cy="128089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vitamin C </a:t>
            </a:r>
            <a:br>
              <a:rPr lang="en-IN" b="1" dirty="0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rgbClr val="AF19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28322-107A-41C3-C377-0EAE8580F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440" y="1530221"/>
            <a:ext cx="7180362" cy="5243804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in growth and repairment of tissues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form important proteins that are used to make skin, tendons, ligaments and blood vessels.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 wounds and forms the scar tissue.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Repairs and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maintans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cartilage, bones and teeth.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Aids in the absorption of iron.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Contributes to improve the immune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of the body.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EF40BE-D4D0-DB75-7BE1-3F12E973F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069" y="0"/>
            <a:ext cx="4428931" cy="687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835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6793-BDC9-E982-03DC-8158FF46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527" y="624110"/>
            <a:ext cx="9881085" cy="784812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Sources:-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E7183-8B6E-17E6-ECAB-D29068C55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3486" y="2519264"/>
            <a:ext cx="9741126" cy="4273421"/>
          </a:xfrm>
        </p:spPr>
        <p:txBody>
          <a:bodyPr>
            <a:norm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dietary sources of vitamin C are leafy vegetables and fruits, especially citrus fruits like amia,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guaua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lemom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strawberries, tomatoes, spinach and potatoes.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Cereals contain no vitamin C.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Animals tissues and dairy products are very poor sources.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6ACAE7-5B3E-F2E5-C032-A62B5064B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755" y="27993"/>
            <a:ext cx="6733559" cy="249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52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B763-6863-BF81-290C-15EC50E75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543" y="624110"/>
            <a:ext cx="9937069" cy="588870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 of Vitamin C (Ascorbic acid ):-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787E6-6547-634F-FAB4-04E8DFC7A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7543" y="1436914"/>
            <a:ext cx="10310326" cy="4954556"/>
          </a:xfrm>
        </p:spPr>
        <p:txBody>
          <a:bodyPr>
            <a:no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Oxidation of tyrosine and phenylalanine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Formation of hydroxyproline,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 depolymerization of collagen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 hemopoiesis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of collagen, carnitine, hormone and amino acids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wound healing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recovery from burns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immune function 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the absorption of iron.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9681A3-EA70-45FB-19B5-82D5C25A4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693" y="1338942"/>
            <a:ext cx="3589176" cy="240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283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75F26-6862-EB85-541F-0CCDC3A33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6163" y="624110"/>
            <a:ext cx="9778449" cy="128089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AF1915"/>
                </a:solidFill>
              </a:rPr>
              <a:t>symptoms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C0AFC-CE4D-B0C5-6A40-9D7575187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122" y="1744824"/>
            <a:ext cx="9638490" cy="4413380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Scurvy</a:t>
            </a: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Anemia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Bleeding of gums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Decreased wound-healing rate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Dry and splitting hair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Swollen and painful joints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Weakened tooth enamel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530AF7-F1B7-6485-69CF-5D53FD722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347" y="242596"/>
            <a:ext cx="5206449" cy="641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567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31EC4-8DE0-CFC7-709C-E71871346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527" y="624110"/>
            <a:ext cx="9881086" cy="128089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Side Effects of Ascorbic acid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2F9E9-CA0D-2148-BBFB-99A7836D7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6833" y="1670179"/>
            <a:ext cx="9787779" cy="4861249"/>
          </a:xfrm>
        </p:spPr>
        <p:txBody>
          <a:bodyPr>
            <a:normAutofit lnSpcReduction="1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Ascorbic acid is a water-soluble vitamin and is safe for most people when taken in recommended doses. However, as with any vitamin and supplement, there is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protential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side effects.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side effects of ascorbic acid includes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Headache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Nausea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Diarrhea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Stomach cramps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side effects are usually mild and resolve on their own within a few days. </a:t>
            </a: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623ECB-DACE-9CD8-331F-56EFDD355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521" y="0"/>
            <a:ext cx="4141479" cy="150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842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ED833-6EDC-1EFC-1D4B-5E54BA83D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4825" y="568126"/>
            <a:ext cx="9209282" cy="128089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 err="1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b="1" dirty="0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100CB-6B05-CAE0-335C-3A836B1F7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122" y="1679510"/>
            <a:ext cx="9638490" cy="4231712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Rare  but serious side effects can occurs, such as :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Kidney stones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 allergic reaction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47D9C4-324B-5C72-CC1C-7F6CEE519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245" y="3783563"/>
            <a:ext cx="6102220" cy="307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33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74FC0-11FD-D94F-5BAB-520ED928E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6792" y="2062066"/>
            <a:ext cx="8770775" cy="195009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9600" b="1" dirty="0">
                <a:solidFill>
                  <a:srgbClr val="AF19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30695805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348</TotalTime>
  <Words>534</Words>
  <Application>Microsoft Office PowerPoint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Century Gothic</vt:lpstr>
      <vt:lpstr>Times New Roman</vt:lpstr>
      <vt:lpstr>Wingdings</vt:lpstr>
      <vt:lpstr>Wingdings 3</vt:lpstr>
      <vt:lpstr>Wisp</vt:lpstr>
      <vt:lpstr>VITAMIN C (Ascorbic Acid)</vt:lpstr>
      <vt:lpstr>TOPIC</vt:lpstr>
      <vt:lpstr>CONTENT</vt:lpstr>
      <vt:lpstr>Introduction :-</vt:lpstr>
      <vt:lpstr>Structure:-</vt:lpstr>
      <vt:lpstr>PowerPoint Presentation</vt:lpstr>
      <vt:lpstr>Benefits of vitamin C  </vt:lpstr>
      <vt:lpstr>Sources:- </vt:lpstr>
      <vt:lpstr>Functions of Vitamin C (Ascorbic acid ):-</vt:lpstr>
      <vt:lpstr>symptoms</vt:lpstr>
      <vt:lpstr>Side Effects of Ascorbic acid </vt:lpstr>
      <vt:lpstr>Cont………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Payal Kawre</dc:creator>
  <cp:lastModifiedBy>Payal Kawre</cp:lastModifiedBy>
  <cp:revision>5</cp:revision>
  <dcterms:created xsi:type="dcterms:W3CDTF">2024-05-12T13:35:13Z</dcterms:created>
  <dcterms:modified xsi:type="dcterms:W3CDTF">2024-05-30T02:32:26Z</dcterms:modified>
</cp:coreProperties>
</file>